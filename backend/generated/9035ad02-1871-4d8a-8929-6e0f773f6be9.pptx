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Create a pitch deck for a sustainable food delivery startup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Create a pitch deck for a sustainable food delivery startup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Current solutions are inefficient and costly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Users face significant friction in their workflow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Existing tools lack integration and modern UX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Market demand is growing rapidly with no clear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AI-powered platform that automates key workflows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Intuitive interface designed for speed and simplicity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Seamless integration with existing tools and systems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Built for scalability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Intelligent automation that saves hours per week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Real-time collaboration across teams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Advanced analytics and reporting dashboard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Enterprise-grade security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Freemium model with tiered enterprise pricing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Monthly recurring revenue with annual discount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Target: $10-50/user/month depending on tier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Expansion revenue from add-on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Total addressable market exceeds $50B globally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Growing at 25% CAGR over the next 5 years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Key segments: SMBs, mid-market, and enterprise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First-mover advantage in our specific niche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Strong product-market fit validated by early users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Seeking strategic partnerships and funding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Roadmap: expand features and enter new markets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Join us in reshaping the future of this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